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4B87"/>
                </a:solidFill>
              </a:defRPr>
            </a:pPr>
            <a:r>
              <a:t>Using Machine Learning to Improve Business Operations</a:t>
            </a:r>
          </a:p>
          <a:p>
            <a:pPr>
              <a:defRPr sz="1500" i="1">
                <a:solidFill>
                  <a:srgbClr val="505050"/>
                </a:solidFill>
              </a:defRPr>
            </a:pPr>
            <a:r>
              <a:t>Predictive Task Risk Modeling &amp; Constrained Capital Optimization for Mr. Rooter Plumbing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4B87"/>
                </a:solidFill>
              </a:defRPr>
            </a:pPr>
            <a:r>
              <a:t>MR. ROOTER PLUMBING • ML OPTIMIZATION PROJECT</a:t>
            </a:r>
          </a:p>
          <a:p>
            <a:pPr>
              <a:defRPr sz="2000" b="1">
                <a:solidFill>
                  <a:srgbClr val="1E1E1E"/>
                </a:solidFill>
              </a:defRPr>
            </a:pPr>
            <a:r>
              <a:t>Executive Summary: Transforming Dispatch Efficiency</a:t>
            </a:r>
          </a:p>
        </p:txBody>
      </p:sp>
      <p:pic>
        <p:nvPicPr>
          <p:cNvPr id="3" name="Picture 2" descr="financial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114800" cy="33666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2,677 Backlog Tasks Analyzed</a:t>
            </a:r>
            <a:br/>
            <a:r>
              <a:t>• 0.7494 ROC-AUC Accuracy</a:t>
            </a:r>
            <a:br/>
            <a:r>
              <a:t>• $20,000 Capital Allocated across 114 Tasks</a:t>
            </a:r>
            <a:br/>
            <a:r>
              <a:t>• $366,509 Expected Penalties Saved</a:t>
            </a:r>
            <a:br/>
            <a:r>
              <a:t>• 1,733% Return on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4B87"/>
                </a:solidFill>
              </a:defRPr>
            </a:pPr>
            <a:r>
              <a:t>MR. ROOTER PLUMBING • ML OPTIMIZATION PROJECT</a:t>
            </a:r>
          </a:p>
          <a:p>
            <a:pPr>
              <a:defRPr sz="2000" b="1">
                <a:solidFill>
                  <a:srgbClr val="1E1E1E"/>
                </a:solidFill>
              </a:defRPr>
            </a:pPr>
            <a:r>
              <a:t>Predictive Risk Modeling: Key Failure Drivers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28487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4B87"/>
                </a:solidFill>
              </a:defRPr>
            </a:pPr>
            <a:r>
              <a:t>MR. ROOTER PLUMBING • ML OPTIMIZATION PROJECT</a:t>
            </a:r>
          </a:p>
          <a:p>
            <a:pPr>
              <a:defRPr sz="2000" b="1">
                <a:solidFill>
                  <a:srgbClr val="1E1E1E"/>
                </a:solidFill>
              </a:defRPr>
            </a:pPr>
            <a:r>
              <a:t>Targeted Skill Investment &amp; ROI by Plumbing Skill</a:t>
            </a:r>
          </a:p>
        </p:txBody>
      </p:sp>
      <p:pic>
        <p:nvPicPr>
          <p:cNvPr id="3" name="Picture 2" descr="targeted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2848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4B87"/>
                </a:solidFill>
              </a:defRPr>
            </a:pPr>
            <a:r>
              <a:t>MR. ROOTER PLUMBING • ML OPTIMIZATION PROJECT</a:t>
            </a:r>
          </a:p>
          <a:p>
            <a:pPr>
              <a:defRPr sz="2000" b="1">
                <a:solidFill>
                  <a:srgbClr val="1E1E1E"/>
                </a:solidFill>
              </a:defRPr>
            </a:pPr>
            <a:r>
              <a:t>Executive Recommendations &amp;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Embed Machine Learning Risk Scoring in Dispatch CRM</a:t>
            </a:r>
            <a:br/>
            <a:r>
              <a:t>2. Target Skill Training on Sewer Diagnostics (COAX.O) and Trenchless Repair (COAX.P)</a:t>
            </a:r>
            <a:br/>
            <a:r>
              <a:t>3. Automated Proactive Re-confirmations for Long Lead Times (&gt;48h)</a:t>
            </a:r>
            <a:br/>
            <a:r>
              <a:t>4. Expand Capital Allocation Budget to $100k for $1.8M+ Penalty Prevention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